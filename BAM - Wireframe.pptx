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413915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4601348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1696020759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943552362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060514859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58840869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890265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7655592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2106393251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839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1200791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838972663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080227-F4EA-AB3C-246A-BB20E9D43143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783476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24911367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40961843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2D4283-C6FE-9EA9-0F41-37B9FB8B6BBB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32779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769377490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68355258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70004460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550282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985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66159630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4562141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0270233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3630449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790797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67361983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92436014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95500859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8946439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51828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654986221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130004087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098748782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94673236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14640855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243609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2381680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13439883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52485949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775043854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72315664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60482045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1618107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67317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22635237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23959387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30372436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412378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730817517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45972845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555338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391248588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676981017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639391446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811245803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59420935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930481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856136534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2071980171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019118218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28650451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67039126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51347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76937124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0870571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99327665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7245203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635726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467161506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3696211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86969671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7505988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650663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82647786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864392453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912072449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8352565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530223" name=""/>
          <p:cNvSpPr/>
          <p:nvPr/>
        </p:nvSpPr>
        <p:spPr bwMode="auto">
          <a:xfrm rot="0" flipH="0" flipV="0">
            <a:off x="667" y="508869"/>
            <a:ext cx="12186779" cy="67188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82523580" name=""/>
          <p:cNvSpPr/>
          <p:nvPr/>
        </p:nvSpPr>
        <p:spPr bwMode="auto">
          <a:xfrm rot="0" flipH="0" flipV="0">
            <a:off x="667" y="-13047"/>
            <a:ext cx="12186780" cy="521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843029" name=""/>
          <p:cNvSpPr txBox="1"/>
          <p:nvPr/>
        </p:nvSpPr>
        <p:spPr bwMode="auto">
          <a:xfrm rot="0" flipH="0" flipV="0">
            <a:off x="3634889" y="64849"/>
            <a:ext cx="491833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BILAN D’ACHAT DE MANGA - BAM</a:t>
            </a:r>
            <a:endParaRPr/>
          </a:p>
        </p:txBody>
      </p:sp>
      <p:sp>
        <p:nvSpPr>
          <p:cNvPr id="1297682903" name=""/>
          <p:cNvSpPr txBox="1"/>
          <p:nvPr/>
        </p:nvSpPr>
        <p:spPr bwMode="auto">
          <a:xfrm rot="0" flipH="0" flipV="0">
            <a:off x="1183853" y="653576"/>
            <a:ext cx="2286224" cy="36611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solidFill>
                  <a:schemeClr val="tx1"/>
                </a:solidFill>
              </a:rPr>
              <a:t>ADD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19608348" name=""/>
          <p:cNvSpPr txBox="1"/>
          <p:nvPr/>
        </p:nvSpPr>
        <p:spPr bwMode="auto">
          <a:xfrm rot="0" flipH="0" flipV="0">
            <a:off x="4949865" y="653576"/>
            <a:ext cx="2297383" cy="36611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VISUALISATION</a:t>
            </a:r>
            <a:endParaRPr/>
          </a:p>
        </p:txBody>
      </p:sp>
      <p:sp>
        <p:nvSpPr>
          <p:cNvPr id="1387052529" name=""/>
          <p:cNvSpPr txBox="1"/>
          <p:nvPr/>
        </p:nvSpPr>
        <p:spPr bwMode="auto">
          <a:xfrm rot="0" flipH="0" flipV="0">
            <a:off x="8670964" y="653576"/>
            <a:ext cx="2289103" cy="36611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TABLE</a:t>
            </a:r>
            <a:endParaRPr/>
          </a:p>
        </p:txBody>
      </p:sp>
      <p:sp>
        <p:nvSpPr>
          <p:cNvPr id="2097910509" name=""/>
          <p:cNvSpPr txBox="1"/>
          <p:nvPr/>
        </p:nvSpPr>
        <p:spPr bwMode="auto">
          <a:xfrm rot="0" flipH="0" flipV="0">
            <a:off x="527625" y="1695844"/>
            <a:ext cx="164200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Add manga :</a:t>
            </a:r>
            <a:endParaRPr/>
          </a:p>
        </p:txBody>
      </p:sp>
      <p:sp>
        <p:nvSpPr>
          <p:cNvPr id="1199859010" name=""/>
          <p:cNvSpPr/>
          <p:nvPr/>
        </p:nvSpPr>
        <p:spPr bwMode="auto">
          <a:xfrm rot="0" flipH="0" flipV="0">
            <a:off x="1461273" y="2208754"/>
            <a:ext cx="1089503" cy="29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8181672" name=""/>
          <p:cNvSpPr txBox="1"/>
          <p:nvPr/>
        </p:nvSpPr>
        <p:spPr bwMode="auto">
          <a:xfrm rot="0" flipH="0" flipV="0">
            <a:off x="527625" y="2172483"/>
            <a:ext cx="93364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Name :</a:t>
            </a:r>
            <a:endParaRPr/>
          </a:p>
        </p:txBody>
      </p:sp>
      <p:sp>
        <p:nvSpPr>
          <p:cNvPr id="1814142540" name=""/>
          <p:cNvSpPr/>
          <p:nvPr/>
        </p:nvSpPr>
        <p:spPr bwMode="auto">
          <a:xfrm rot="0" flipH="0" flipV="0">
            <a:off x="3818775" y="2208754"/>
            <a:ext cx="1089502" cy="29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35531" name=""/>
          <p:cNvSpPr txBox="1"/>
          <p:nvPr/>
        </p:nvSpPr>
        <p:spPr bwMode="auto">
          <a:xfrm rot="0" flipH="0" flipV="0">
            <a:off x="2837111" y="2172484"/>
            <a:ext cx="98670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Author :</a:t>
            </a:r>
            <a:endParaRPr/>
          </a:p>
        </p:txBody>
      </p:sp>
      <p:sp>
        <p:nvSpPr>
          <p:cNvPr id="1335720355" name=""/>
          <p:cNvSpPr/>
          <p:nvPr/>
        </p:nvSpPr>
        <p:spPr bwMode="auto">
          <a:xfrm rot="0" flipH="0" flipV="0">
            <a:off x="6417664" y="2208754"/>
            <a:ext cx="1089502" cy="29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046511" name=""/>
          <p:cNvSpPr txBox="1"/>
          <p:nvPr/>
        </p:nvSpPr>
        <p:spPr bwMode="auto">
          <a:xfrm rot="0" flipH="0" flipV="0">
            <a:off x="5348841" y="2172484"/>
            <a:ext cx="107386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Edition :</a:t>
            </a:r>
            <a:endParaRPr/>
          </a:p>
        </p:txBody>
      </p:sp>
      <p:sp>
        <p:nvSpPr>
          <p:cNvPr id="1009840532" name=""/>
          <p:cNvSpPr/>
          <p:nvPr/>
        </p:nvSpPr>
        <p:spPr bwMode="auto">
          <a:xfrm rot="0" flipH="0" flipV="0">
            <a:off x="9024547" y="2245025"/>
            <a:ext cx="1089502" cy="29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1413381" name=""/>
          <p:cNvSpPr txBox="1"/>
          <p:nvPr/>
        </p:nvSpPr>
        <p:spPr bwMode="auto">
          <a:xfrm rot="0" flipH="0" flipV="0">
            <a:off x="7906238" y="2208755"/>
            <a:ext cx="112370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MAL link:</a:t>
            </a:r>
            <a:endParaRPr/>
          </a:p>
        </p:txBody>
      </p:sp>
      <p:sp>
        <p:nvSpPr>
          <p:cNvPr id="1368244719" name=""/>
          <p:cNvSpPr txBox="1"/>
          <p:nvPr/>
        </p:nvSpPr>
        <p:spPr bwMode="auto">
          <a:xfrm rot="0" flipH="0" flipV="0">
            <a:off x="527625" y="3115460"/>
            <a:ext cx="164488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Add tome :</a:t>
            </a:r>
            <a:endParaRPr/>
          </a:p>
        </p:txBody>
      </p:sp>
      <p:sp>
        <p:nvSpPr>
          <p:cNvPr id="126174842" name=""/>
          <p:cNvSpPr/>
          <p:nvPr/>
        </p:nvSpPr>
        <p:spPr bwMode="auto">
          <a:xfrm rot="0" flipH="0" flipV="0">
            <a:off x="1501205" y="3628370"/>
            <a:ext cx="1089502" cy="29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817219" name=""/>
          <p:cNvSpPr txBox="1"/>
          <p:nvPr/>
        </p:nvSpPr>
        <p:spPr bwMode="auto">
          <a:xfrm rot="0" flipH="0" flipV="0">
            <a:off x="463869" y="3592099"/>
            <a:ext cx="104309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Manga:</a:t>
            </a:r>
            <a:endParaRPr/>
          </a:p>
        </p:txBody>
      </p:sp>
      <p:sp>
        <p:nvSpPr>
          <p:cNvPr id="557085450" name=""/>
          <p:cNvSpPr/>
          <p:nvPr/>
        </p:nvSpPr>
        <p:spPr bwMode="auto">
          <a:xfrm rot="0" flipH="0" flipV="0">
            <a:off x="3858706" y="3628370"/>
            <a:ext cx="1089502" cy="29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4014168" name=""/>
          <p:cNvSpPr txBox="1"/>
          <p:nvPr/>
        </p:nvSpPr>
        <p:spPr bwMode="auto">
          <a:xfrm rot="0" flipH="0" flipV="0">
            <a:off x="3040839" y="3592100"/>
            <a:ext cx="80996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Num :</a:t>
            </a:r>
            <a:endParaRPr/>
          </a:p>
        </p:txBody>
      </p:sp>
      <p:sp>
        <p:nvSpPr>
          <p:cNvPr id="1727919823" name=""/>
          <p:cNvSpPr/>
          <p:nvPr/>
        </p:nvSpPr>
        <p:spPr bwMode="auto">
          <a:xfrm rot="0" flipH="0" flipV="0">
            <a:off x="6457596" y="3628370"/>
            <a:ext cx="1089502" cy="29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649646" name=""/>
          <p:cNvSpPr txBox="1"/>
          <p:nvPr/>
        </p:nvSpPr>
        <p:spPr bwMode="auto">
          <a:xfrm rot="0" flipH="0" flipV="0">
            <a:off x="5741055" y="3592099"/>
            <a:ext cx="70672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Prix :</a:t>
            </a:r>
            <a:endParaRPr/>
          </a:p>
        </p:txBody>
      </p:sp>
      <p:sp>
        <p:nvSpPr>
          <p:cNvPr id="764748730" name=""/>
          <p:cNvSpPr/>
          <p:nvPr/>
        </p:nvSpPr>
        <p:spPr bwMode="auto">
          <a:xfrm rot="0" flipH="0" flipV="0">
            <a:off x="9064479" y="3664641"/>
            <a:ext cx="1089502" cy="293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554603" name=""/>
          <p:cNvSpPr txBox="1"/>
          <p:nvPr/>
        </p:nvSpPr>
        <p:spPr bwMode="auto">
          <a:xfrm rot="0" flipH="0" flipV="0">
            <a:off x="8194777" y="3628370"/>
            <a:ext cx="86977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Date :</a:t>
            </a:r>
            <a:endParaRPr/>
          </a:p>
        </p:txBody>
      </p:sp>
      <p:cxnSp>
        <p:nvCxnSpPr>
          <p:cNvPr id="807335909" name="Ligne 588347449"/>
          <p:cNvCxnSpPr/>
          <p:nvPr/>
        </p:nvCxnSpPr>
        <p:spPr bwMode="auto">
          <a:xfrm rot="0" flipH="0" flipV="0">
            <a:off x="7200" y="2862659"/>
            <a:ext cx="12200400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021941" name=""/>
          <p:cNvSpPr/>
          <p:nvPr/>
        </p:nvSpPr>
        <p:spPr bwMode="auto">
          <a:xfrm rot="0" flipH="0" flipV="0">
            <a:off x="857264" y="5004564"/>
            <a:ext cx="10301377" cy="16309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536109" name=""/>
          <p:cNvSpPr/>
          <p:nvPr/>
        </p:nvSpPr>
        <p:spPr bwMode="auto">
          <a:xfrm rot="0" flipH="0" flipV="0">
            <a:off x="666" y="508869"/>
            <a:ext cx="12186779" cy="67188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542127988" name=""/>
          <p:cNvSpPr/>
          <p:nvPr/>
        </p:nvSpPr>
        <p:spPr bwMode="auto">
          <a:xfrm rot="0" flipH="0" flipV="0">
            <a:off x="666" y="-13046"/>
            <a:ext cx="12186780" cy="521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73782902" name=""/>
          <p:cNvSpPr txBox="1"/>
          <p:nvPr/>
        </p:nvSpPr>
        <p:spPr bwMode="auto">
          <a:xfrm rot="0" flipH="0" flipV="0">
            <a:off x="3634889" y="64847"/>
            <a:ext cx="4918334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BILAN D’ACHAT DE MANGA - BAM</a:t>
            </a:r>
            <a:endParaRPr/>
          </a:p>
        </p:txBody>
      </p:sp>
      <p:sp>
        <p:nvSpPr>
          <p:cNvPr id="1384815755" name=""/>
          <p:cNvSpPr txBox="1"/>
          <p:nvPr/>
        </p:nvSpPr>
        <p:spPr bwMode="auto">
          <a:xfrm rot="0" flipH="0" flipV="0">
            <a:off x="1183853" y="653576"/>
            <a:ext cx="2286225" cy="36611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solidFill>
                  <a:schemeClr val="tx1"/>
                </a:solidFill>
              </a:rPr>
              <a:t>ADD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742870499" name=""/>
          <p:cNvSpPr txBox="1"/>
          <p:nvPr/>
        </p:nvSpPr>
        <p:spPr bwMode="auto">
          <a:xfrm rot="0" flipH="0" flipV="0">
            <a:off x="4949866" y="653576"/>
            <a:ext cx="2297382" cy="36611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VISUALISATION</a:t>
            </a:r>
            <a:endParaRPr/>
          </a:p>
        </p:txBody>
      </p:sp>
      <p:sp>
        <p:nvSpPr>
          <p:cNvPr id="1395010038" name=""/>
          <p:cNvSpPr txBox="1"/>
          <p:nvPr/>
        </p:nvSpPr>
        <p:spPr bwMode="auto">
          <a:xfrm rot="0" flipH="0" flipV="0">
            <a:off x="8670965" y="653576"/>
            <a:ext cx="2289102" cy="36611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TABLE</a:t>
            </a:r>
            <a:endParaRPr/>
          </a:p>
        </p:txBody>
      </p:sp>
      <p:sp>
        <p:nvSpPr>
          <p:cNvPr id="625864350" name=""/>
          <p:cNvSpPr txBox="1"/>
          <p:nvPr/>
        </p:nvSpPr>
        <p:spPr bwMode="auto">
          <a:xfrm rot="0" flipH="0" flipV="0">
            <a:off x="1208140" y="1984522"/>
            <a:ext cx="15664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/>
              <a:t>nombre total </a:t>
            </a:r>
            <a:r>
              <a:rPr sz="1200"/>
              <a:t>manga</a:t>
            </a:r>
            <a:endParaRPr sz="1200"/>
          </a:p>
        </p:txBody>
      </p:sp>
      <p:sp>
        <p:nvSpPr>
          <p:cNvPr id="494591691" name=""/>
          <p:cNvSpPr txBox="1"/>
          <p:nvPr/>
        </p:nvSpPr>
        <p:spPr bwMode="auto">
          <a:xfrm rot="0" flipH="0" flipV="0">
            <a:off x="5169666" y="1984522"/>
            <a:ext cx="9729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/>
              <a:t>valeur total</a:t>
            </a:r>
            <a:endParaRPr sz="1200"/>
          </a:p>
        </p:txBody>
      </p:sp>
      <p:sp>
        <p:nvSpPr>
          <p:cNvPr id="1755611311" name=""/>
          <p:cNvSpPr txBox="1"/>
          <p:nvPr/>
        </p:nvSpPr>
        <p:spPr bwMode="auto">
          <a:xfrm rot="0" flipH="0" flipV="0">
            <a:off x="3183562" y="1984522"/>
            <a:ext cx="16866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/>
              <a:t>nombre de manga dif</a:t>
            </a:r>
            <a:endParaRPr sz="1200"/>
          </a:p>
        </p:txBody>
      </p:sp>
      <p:sp>
        <p:nvSpPr>
          <p:cNvPr id="1600975687" name=""/>
          <p:cNvSpPr txBox="1"/>
          <p:nvPr/>
        </p:nvSpPr>
        <p:spPr bwMode="auto">
          <a:xfrm rot="0" flipH="0" flipV="0">
            <a:off x="6846326" y="1984522"/>
            <a:ext cx="168895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/>
              <a:t>nombre tome acheter</a:t>
            </a:r>
            <a:endParaRPr sz="1200"/>
          </a:p>
        </p:txBody>
      </p:sp>
      <p:sp>
        <p:nvSpPr>
          <p:cNvPr id="1962369909" name=""/>
          <p:cNvSpPr txBox="1"/>
          <p:nvPr/>
        </p:nvSpPr>
        <p:spPr bwMode="auto">
          <a:xfrm rot="0" flipH="0" flipV="0">
            <a:off x="8818914" y="1984522"/>
            <a:ext cx="169147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/>
              <a:t>nombre tome offert</a:t>
            </a:r>
            <a:endParaRPr sz="1200"/>
          </a:p>
        </p:txBody>
      </p:sp>
      <p:sp>
        <p:nvSpPr>
          <p:cNvPr id="4542807" name=""/>
          <p:cNvSpPr txBox="1"/>
          <p:nvPr/>
        </p:nvSpPr>
        <p:spPr bwMode="auto">
          <a:xfrm rot="0" flipH="0" flipV="0">
            <a:off x="915064" y="5102423"/>
            <a:ext cx="2305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/>
              <a:t>Évolution des achats par mois</a:t>
            </a:r>
            <a:endParaRPr sz="1200"/>
          </a:p>
        </p:txBody>
      </p:sp>
      <p:sp>
        <p:nvSpPr>
          <p:cNvPr id="1228849778" name=""/>
          <p:cNvSpPr/>
          <p:nvPr/>
        </p:nvSpPr>
        <p:spPr bwMode="auto">
          <a:xfrm rot="0" flipH="0" flipV="0">
            <a:off x="8170662" y="2596100"/>
            <a:ext cx="2987978" cy="16309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1126116" name=""/>
          <p:cNvSpPr txBox="1"/>
          <p:nvPr/>
        </p:nvSpPr>
        <p:spPr bwMode="auto">
          <a:xfrm rot="0" flipH="0" flipV="0">
            <a:off x="8228463" y="2693958"/>
            <a:ext cx="2386394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/>
              <a:t>Top des mangas en plus grand nombre</a:t>
            </a:r>
            <a:endParaRPr sz="1200"/>
          </a:p>
        </p:txBody>
      </p:sp>
      <p:sp>
        <p:nvSpPr>
          <p:cNvPr id="328834403" name=""/>
          <p:cNvSpPr/>
          <p:nvPr/>
        </p:nvSpPr>
        <p:spPr bwMode="auto">
          <a:xfrm rot="0" flipH="0" flipV="0">
            <a:off x="5166706" y="2541672"/>
            <a:ext cx="1891392" cy="1884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451208" name=""/>
          <p:cNvSpPr txBox="1"/>
          <p:nvPr/>
        </p:nvSpPr>
        <p:spPr bwMode="auto">
          <a:xfrm rot="0" flipH="0" flipV="0">
            <a:off x="5259513" y="3346625"/>
            <a:ext cx="17176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/>
              <a:t>Répartition par édition</a:t>
            </a:r>
            <a:endParaRPr sz="1200"/>
          </a:p>
        </p:txBody>
      </p:sp>
      <p:sp>
        <p:nvSpPr>
          <p:cNvPr id="1207861067" name=""/>
          <p:cNvSpPr/>
          <p:nvPr/>
        </p:nvSpPr>
        <p:spPr bwMode="auto">
          <a:xfrm rot="0" flipH="0" flipV="0">
            <a:off x="857264" y="2596100"/>
            <a:ext cx="2987978" cy="16309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16504670" name=""/>
          <p:cNvSpPr txBox="1"/>
          <p:nvPr/>
        </p:nvSpPr>
        <p:spPr bwMode="auto">
          <a:xfrm rot="0" flipH="0" flipV="0">
            <a:off x="915064" y="2693958"/>
            <a:ext cx="238963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/>
              <a:t>Top des auteur en plus grand nombre</a:t>
            </a:r>
            <a:endParaRPr sz="1200"/>
          </a:p>
        </p:txBody>
      </p:sp>
      <p:sp>
        <p:nvSpPr>
          <p:cNvPr id="1348287113" name=""/>
          <p:cNvSpPr/>
          <p:nvPr/>
        </p:nvSpPr>
        <p:spPr bwMode="auto">
          <a:xfrm rot="0" flipH="0" flipV="0">
            <a:off x="-4014" y="1180749"/>
            <a:ext cx="12186778" cy="6718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690360115" name=""/>
          <p:cNvSpPr txBox="1"/>
          <p:nvPr/>
        </p:nvSpPr>
        <p:spPr bwMode="auto">
          <a:xfrm rot="0" flipH="0" flipV="0">
            <a:off x="4945185" y="1325457"/>
            <a:ext cx="230206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filtre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354518" name=""/>
          <p:cNvSpPr/>
          <p:nvPr/>
        </p:nvSpPr>
        <p:spPr bwMode="auto">
          <a:xfrm rot="0" flipH="0" flipV="0">
            <a:off x="666" y="508869"/>
            <a:ext cx="12186779" cy="67188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04608776" name=""/>
          <p:cNvSpPr/>
          <p:nvPr/>
        </p:nvSpPr>
        <p:spPr bwMode="auto">
          <a:xfrm rot="0" flipH="0" flipV="0">
            <a:off x="666" y="-13046"/>
            <a:ext cx="12186780" cy="521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562220" name=""/>
          <p:cNvSpPr txBox="1"/>
          <p:nvPr/>
        </p:nvSpPr>
        <p:spPr bwMode="auto">
          <a:xfrm rot="0" flipH="0" flipV="0">
            <a:off x="3634889" y="64847"/>
            <a:ext cx="4918334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BILAN D’ACHAT DE MANGA - BAM</a:t>
            </a:r>
            <a:endParaRPr/>
          </a:p>
        </p:txBody>
      </p:sp>
      <p:sp>
        <p:nvSpPr>
          <p:cNvPr id="575541426" name=""/>
          <p:cNvSpPr txBox="1"/>
          <p:nvPr/>
        </p:nvSpPr>
        <p:spPr bwMode="auto">
          <a:xfrm rot="0" flipH="0" flipV="0">
            <a:off x="1183853" y="653576"/>
            <a:ext cx="2286225" cy="36611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solidFill>
                  <a:schemeClr val="tx1"/>
                </a:solidFill>
              </a:rPr>
              <a:t>ADD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017637799" name=""/>
          <p:cNvSpPr txBox="1"/>
          <p:nvPr/>
        </p:nvSpPr>
        <p:spPr bwMode="auto">
          <a:xfrm rot="0" flipH="0" flipV="0">
            <a:off x="4949866" y="653576"/>
            <a:ext cx="2297382" cy="36611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VISUALISATION</a:t>
            </a:r>
            <a:endParaRPr/>
          </a:p>
        </p:txBody>
      </p:sp>
      <p:sp>
        <p:nvSpPr>
          <p:cNvPr id="1693951822" name=""/>
          <p:cNvSpPr txBox="1"/>
          <p:nvPr/>
        </p:nvSpPr>
        <p:spPr bwMode="auto">
          <a:xfrm rot="0" flipH="0" flipV="0">
            <a:off x="8670965" y="653576"/>
            <a:ext cx="2289102" cy="36611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TABLE</a:t>
            </a:r>
            <a:endParaRPr/>
          </a:p>
        </p:txBody>
      </p:sp>
      <p:graphicFrame>
        <p:nvGraphicFramePr>
          <p:cNvPr id="1745789397" name=""/>
          <p:cNvGraphicFramePr>
            <a:graphicFrameLocks xmlns:a="http://schemas.openxmlformats.org/drawingml/2006/main"/>
          </p:cNvGraphicFramePr>
          <p:nvPr/>
        </p:nvGraphicFramePr>
        <p:xfrm rot="0">
          <a:off x="286848" y="2014080"/>
          <a:ext cx="11384331" cy="282983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901549"/>
                <a:gridCol w="1172014"/>
                <a:gridCol w="1262169"/>
                <a:gridCol w="1262169"/>
                <a:gridCol w="1081859"/>
                <a:gridCol w="991704"/>
                <a:gridCol w="991704"/>
                <a:gridCol w="1246824"/>
                <a:gridCol w="2474331"/>
              </a:tblGrid>
              <a:tr h="487903"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manga_id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manga_name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 b="1" i="0" u="none" strike="noStrike" cap="none" spc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manga_</a:t>
                      </a:r>
                      <a:r>
                        <a:rPr sz="1200"/>
                        <a:t>author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 b="1" i="0" u="none" strike="noStrike" cap="none" spc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manga_</a:t>
                      </a:r>
                      <a:r>
                        <a:rPr sz="1200"/>
                        <a:t>edition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 b="1" i="0" u="none" strike="noStrike" cap="none" spc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manga_</a:t>
                      </a:r>
                      <a:r>
                        <a:rPr sz="1200"/>
                        <a:t>link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tome_num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 b="1" i="0" u="none" strike="noStrike" cap="none" spc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tome_</a:t>
                      </a:r>
                      <a:r>
                        <a:rPr sz="1200"/>
                        <a:t>prix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tome_offert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/>
                        <a:t>tome_date_achat</a:t>
                      </a:r>
                      <a:endParaRPr sz="1200"/>
                    </a:p>
                  </a:txBody>
                  <a:tcPr/>
                </a:tc>
              </a:tr>
              <a:tr h="292742"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</a:tr>
              <a:tr h="292742"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</a:tr>
              <a:tr h="292742"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</a:tr>
              <a:tr h="292742"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</a:tr>
              <a:tr h="292742"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</a:tr>
              <a:tr h="292742"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</a:tr>
              <a:tr h="292742"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</a:tr>
              <a:tr h="292742"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89977970" name=""/>
          <p:cNvSpPr/>
          <p:nvPr/>
        </p:nvSpPr>
        <p:spPr bwMode="auto">
          <a:xfrm rot="0" flipH="0" flipV="0">
            <a:off x="-4014" y="1180749"/>
            <a:ext cx="12186778" cy="6718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834888860" name=""/>
          <p:cNvSpPr txBox="1"/>
          <p:nvPr/>
        </p:nvSpPr>
        <p:spPr bwMode="auto">
          <a:xfrm rot="0" flipH="0" flipV="0">
            <a:off x="4945185" y="1325457"/>
            <a:ext cx="230242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filtre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2012-12-03T06:56:55Z</dcterms:created>
  <dcterms:modified xsi:type="dcterms:W3CDTF">2026-04-18T10:27:35Z</dcterms:modified>
</cp:coreProperties>
</file>